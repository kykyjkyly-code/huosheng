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入党思想汇报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2860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85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担青年时代使命，正入党初心航向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立足“十五五”谋划之年 · 贯彻2026全国两会精神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思想汇报  |  2026年5月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目  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475488" cy="47548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认清时代形势，把握“十五五”开局的历史方位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2011680"/>
            <a:ext cx="6858000" cy="0"/>
          </a:xfrm>
          <a:prstGeom prst="line">
            <a:avLst/>
          </a:prstGeom>
          <a:noFill/>
          <a:ln w="9525">
            <a:solidFill>
              <a:srgbClr val="E8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475488" cy="47548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勇担时代使命，在新时代书写青春答卷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0160" y="2880360"/>
            <a:ext cx="6858000" cy="0"/>
          </a:xfrm>
          <a:prstGeom prst="line">
            <a:avLst/>
          </a:prstGeom>
          <a:noFill/>
          <a:ln w="9525">
            <a:solidFill>
              <a:srgbClr val="E8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475488" cy="47548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入党初心的成长与转变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80160" y="3749040"/>
            <a:ext cx="6858000" cy="0"/>
          </a:xfrm>
          <a:prstGeom prst="line">
            <a:avLst/>
          </a:prstGeom>
          <a:noFill/>
          <a:ln w="9525">
            <a:solidFill>
              <a:srgbClr val="E8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475488" cy="47548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四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以实际行动向党员标准看齐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前言：时代召唤，使命在肩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当前我国正处于“十五五”规划谋划布局的关键时期，面对百年未有之大变局，中华民族伟大复兴进入不可逆转的历史进程。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作为新时代青年，既要深刻认识时代赋予的机遇与挑战，也要时刻校正自己的定位与方向。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结合2026全国两会精神，结合个人专业学习、实践锻炼与职业规划，回顾入党初心从朴素情感到深刻认同、从感性到理性的转变过程。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旨在进一步强化对党宗旨的深刻理解与认同，为加入党组织做好思想准备和实践准备。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A853">
                    <a:alpha val="70000"/>
                  </a:srgbClr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一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18288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认清时代形势，把握“十五五”开局的历史方位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（一）国际国内形势的深刻变化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当前国际格局正发生深刻复杂变化，大国博弈加剧，地区冲突不断，全球化发展遭遇逆流。中国始终保持战略定力，坚持和平发展道路，积极推动构建人类命运共同体。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国内经济社会发展迈上新台阶，高质量发展成为主题，新质生产力加快形成，科技突破和产业升级为青年一代提供了广阔的发展舞台。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也要清醒看到发展不平衡不充分问题仍然突出，关键核心技术受制于人，青年一代应担当起突破责任，积极投身科技创新和产业升级的实践中去。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（二）全国两会精神的核心要义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2026年全国两会在“十五五”规划谋划之年召开，聚焦推动高质量发展，强调科技自立自强，推进教育科技人才一体化发展。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会议部署加快发展新质生产力，壮大新兴产业，推动产业创新应用——这些部署与青年一代的成长发展息息相关。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作为新时代青年，要深入学习两会精神，把个人成长方向与国家发展战略紧密结合，在服务国家发展中实现人生价值。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（三）“十五五”规划的重大意义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“十五五”时期是我国全面建设社会主义现代化国家的关键时期，规划明确了未来五年经济社会发展的主要目标和重点任务。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规划强调生态文明建设、绿色转型、共同富裕等核心议题，为国家发展指明了方向，也为每一个青年人的成长提供了宏阔背景。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青年人要深刻理解“十五五”规划的重大意义，自觉将个人发展融入国家发展大局之中。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A853">
                    <a:alpha val="70000"/>
                  </a:srgbClr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二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18288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勇担时代使命，在新时代书写青春答卷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（一）新时代青年的历史责任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党的二十大报告指出：“当代中国青年生逢其时，施展才干的舞台无比广阔，实现梦想的前景无比光明。”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新时代青年既要有家国情怀，也要有国际视野；既要仰望星空，也要脚踏实地。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作为新时代青年，更应走在时代前列、争当先锋模范，为民族复兴贡献青春力量，这是时代赋予我们的历史使命。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（二）在专业学习中练就过硬本领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作为新时代的大学生，专业学习是我们的立身之本。要刻苦钻研专业知识，培养创新思维和解决实际问题的能力。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要将所学专业与历史使命联系起来，关注国家重大战略需求，使自己的学识真正服务于国家发展需要。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要积极参加社会实践，在实践中检验学识、增长才干，做到知行合一。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（三）以职业规划与国家发展同频共振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职业规划不是纯粹的个人设计，而应与国家发展同向同行。要关注国家产业发展趋势，了解行业前沿动态。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在职业选择中体现家国情怀和责任担当，无论是投身科技创新还是服务基层，都是为国家贡献力量的重要岗位。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要把个人理想融入党和国家的事业之中，在服务国家发展中找准职业定位，实现个人价值与社会价值的统一。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A853">
                    <a:alpha val="70000"/>
                  </a:srgbClr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三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18288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入党初心的成长与转变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（一）从朴素情感到深刻认同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回顾入党动机，很多同学都是基于对党的朴素情感——受家庭环境襀陶、被优秀党员事迹感染、在学习党史中产生敬仰。这些朴素的情感是可贵的。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随着理论学习深入和思想成熟，我逐渐认识到：加入党组织不是一种荣誉的加冕，而是一份沉甸甸的责任。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党的根本宗旨是全心全意为人民服务，党员的价值在于奉献而非索取。实现从朴素情感到深刻认同的转变，是思想成熟的重要标志。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（二）从感性认识到坚定信念  /  （三）对党宗旨的深刻理解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坚定理想信念来源于深刻的理论理解。通过系统学习党的理论、党史和党章党规，参加党校培训、志愿服务、社会实践等活动，我直观感受到党的理论与实践的统一。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这种从感性到理性的飞跃，使入党动机更加纯净、更加坚定。我深刻认识到：只有中国共产党才能领导中国实现民族复兴。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“全心全意为人民服务”不是一句口号，而是落实在点点滴滴的行动中。必须将其内化为自己的价值追求和行动自觉。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A853">
                    <a:alpha val="70000"/>
                  </a:srgbClr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四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18288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以实际行动向党员标准看齐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以实际行动向党员标准看齐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329184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思想成长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筑牢信仰之基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914400" cy="22860"/>
          </a:xfrm>
          <a:prstGeom prst="rect">
            <a:avLst/>
          </a:prstGeom>
          <a:solidFill>
            <a:srgbClr val="E0D0D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坚持学习习近平新时代中国特色社会主义思想，增强“四个意识”、坚定“四个自信”、做到“两个维护”，经常开展批评与自我批评。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06040" cy="329184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实践锻炼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在服务中增长才干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286000"/>
            <a:ext cx="914400" cy="22860"/>
          </a:xfrm>
          <a:prstGeom prst="rect">
            <a:avLst/>
          </a:prstGeom>
          <a:solidFill>
            <a:srgbClr val="E0D0D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积极参加志愿服务、社会实践、科技创新等活动，在服务同学、服务班级中锻炼组织协调能力，弘扬理论联系实际的学风。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06040" cy="329184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8B1A2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行动对标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以党员先进性鞭策自己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286000"/>
            <a:ext cx="914400" cy="22860"/>
          </a:xfrm>
          <a:prstGeom prst="rect">
            <a:avLst/>
          </a:prstGeom>
          <a:solidFill>
            <a:srgbClr val="E0D0D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学习上刻苦努力，工作上勇于担当，生活上严于律己。把先进典型作为镜子对照自己，用党的纪律规矩严格约束自己。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8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结语：坚定信心、牢记使命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青春向党，时代向上。加入中国共产党不是一时的冲动，而是一生的承诺。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持续加强理论学习，用习近平新时代中国特色社会主义思想武装头脑，不断提升政治理论水平。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勤奋刻苦，练就过硬本领，在专业学习和社会实践中增长才干，在服务中绽放青春。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时刻对标党员标准，严格自我要求，积极向组织靠拢，争取早日成为一名合格的共产党员。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牢记初心使命，矢志不渝，始终保持对党忠诚和对人民的热爱，在为人民服务的道路上坚定前行。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入党思想汇报</dc:title>
  <dc:subject>PptxGenJS Presentation</dc:subject>
  <dc:creator>入党思想汇报</dc:creator>
  <cp:lastModifiedBy>入党思想汇报</cp:lastModifiedBy>
  <cp:revision>1</cp:revision>
  <dcterms:created xsi:type="dcterms:W3CDTF">2026-05-22T06:59:18Z</dcterms:created>
  <dcterms:modified xsi:type="dcterms:W3CDTF">2026-05-22T06:59:18Z</dcterms:modified>
</cp:coreProperties>
</file>